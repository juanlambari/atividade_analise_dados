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 Black"/>
      <p:regular r:id="rId201315"/>
    </p:embeddedFont>
    <p:embeddedFont>
      <p:font typeface="Inter"/>
      <p:regular r:id="rId201316"/>
    </p:embeddedFont>
    <p:embeddedFont>
      <p:font typeface="Inter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401788"/>
            <a:ext cx="139934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58442"/>
            <a:ext cx="17821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AÇÃO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645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Proposta de Intervenção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638649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Transformando os dados analisados em ações concretas para o negócio.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Juan da Silva · Sistemas de Informação · 2ºCI · Professor Luisin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3307"/>
            <a:ext cx="2282867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9125" y="637084"/>
            <a:ext cx="2677153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28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4 · RETOMADA DA FASE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2422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 Identificado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911846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os dados revelaram?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362895"/>
            <a:ext cx="5215303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custo de frete;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com grande volume de vendas mas pouco lucro;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 específica com maior lucro negativo.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3514328"/>
            <a:ext cx="5215303" cy="1517055"/>
          </a:xfrm>
          <a:prstGeom prst="roundRect">
            <a:avLst>
              <a:gd name="adj" fmla="val 4971"/>
            </a:avLst>
          </a:prstGeom>
          <a:solidFill>
            <a:srgbClr val="DADB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957" y="3775869"/>
            <a:ext cx="224427" cy="179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4867" y="3712666"/>
            <a:ext cx="445242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Principal descoberta: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análise mostrou que Custo do Frete e a categoria Acessórios apresenta comportamento nocivo, impactando diretamente no Lucro da TechVendas.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21267" y="1894780"/>
            <a:ext cx="582488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Relação entre Volume de Vendas e Lucro.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67" y="2366764"/>
            <a:ext cx="4954464" cy="37159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3427"/>
            <a:ext cx="2073223" cy="229691"/>
          </a:xfrm>
          <a:prstGeom prst="roundRect">
            <a:avLst>
              <a:gd name="adj" fmla="val 2212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638770"/>
            <a:ext cx="25014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 DIAGNÓSTICO DA CAUSA RAIZ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7143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Diagnóstico da Causa Raiz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25290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propor soluções, é necessário entender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o problema acontece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cadeia de causa e efeito conecta o comportamento observado nos dados ao impacto real no negócio.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89" y="2096691"/>
            <a:ext cx="8694917" cy="38141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3430" y="4353278"/>
            <a:ext cx="1314123" cy="47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Comportamento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383430" y="4890811"/>
            <a:ext cx="1314123" cy="67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do Frete tira porcentagens de lucros significantes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58088" y="4588580"/>
            <a:ext cx="1314123" cy="235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58088" y="4890811"/>
            <a:ext cx="1314123" cy="67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não rendem o Lucro Financeiro requisitado.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342114" y="2439498"/>
            <a:ext cx="1314123" cy="235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342114" y="2741729"/>
            <a:ext cx="1314123" cy="847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com grande volume de vendas não causam margem de ganhos de lucro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00040" y="2439498"/>
            <a:ext cx="1314123" cy="47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Possível Causa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00040" y="2977030"/>
            <a:ext cx="1314123" cy="33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Regiões com alto custo de frete.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475" y="6046887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diagnóstico é a base para justificar cada recomendação — sem ele, as ações propostas parecem arbitrárias.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719138"/>
            <a:ext cx="1981944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3469" y="770136"/>
            <a:ext cx="238754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PARA AS SOLUÇÕES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103882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Analisamos?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61475" y="1800027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analistas de Sistemas de Informação, avaliamos o problema sob três perspectivas complementares. Cada área representa uma alavanca de intervenção possível.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747962"/>
            <a:ext cx="3071835" cy="1751707"/>
          </a:xfrm>
          <a:prstGeom prst="roundRect">
            <a:avLst>
              <a:gd name="adj" fmla="val 407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7881" y="2924373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Frete consumindo Lucro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7881" y="3281859"/>
            <a:ext cx="271902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o Preço do Produto não compensando o gasto com o Frete, é colocado como um pilar da análise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86400" y="2747962"/>
            <a:ext cx="3071934" cy="1751707"/>
          </a:xfrm>
          <a:prstGeom prst="roundRect">
            <a:avLst>
              <a:gd name="adj" fmla="val 407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2807" y="2924373"/>
            <a:ext cx="27191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💸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Vendem mas não Rendem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062807" y="3547566"/>
            <a:ext cx="2719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Dentre os produtos negativos em lucro, 2 deles tem 75+ quantidade de vendas. Curioso, não?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652764"/>
            <a:ext cx="6296860" cy="1485999"/>
          </a:xfrm>
          <a:prstGeom prst="roundRect">
            <a:avLst>
              <a:gd name="adj" fmla="val 480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7881" y="4829175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🖱️</a:t>
            </a:r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Categorias com mal aproveitamento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7881" y="5186660"/>
            <a:ext cx="594404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Valorizar categorias como Periféricos e Acessórios é importante, pois quando descobrimos que de 217 Acessórios vendidos, 175 resultaram em lucros negativos, a atenção deve aumentar!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973"/>
            <a:ext cx="292201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31627"/>
            <a:ext cx="33047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 RECOMENDAÇÕES ESTRATÉGICAS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77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Recomendações para a Diretoria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118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ações distintas, acionáveis e justificadas pelos dados — cada uma com escopo, local de aplicação e objetivo claro.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26878"/>
            <a:ext cx="3496877" cy="3956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68183" y="24553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5881" y="310832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Cobrar e/ou Negociar Frete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5881" y="3517007"/>
            <a:ext cx="3068065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fazer: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Cobrar/Negociar o custo fretado iria melhorar em quesito administrativo.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aplicar: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Negociações entre chefes/sócios.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Esperamos melhor administração e melhores ganhos financeiros.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26878"/>
            <a:ext cx="3496877" cy="3956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54067" y="24553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61766" y="3108325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Propaganda/Marketing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61766" y="3517007"/>
            <a:ext cx="306806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fazer: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Valorizar os produtos via publicidade e fedbacks de compradores.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aplicar: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Rede Social.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Causar confiança e interesse no cliente.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26878"/>
            <a:ext cx="3496877" cy="3956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39952" y="24553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8247650" y="3108325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Maior variedade de Periféricos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47650" y="3812282"/>
            <a:ext cx="3068065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fazer: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Trazer periféricos de agrado geral, seja em quesito qualidade ou variade.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aplicar: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Reuniões e pesquisas.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Periférico e Monitores ganhem lucros juntos.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7905"/>
            <a:ext cx="2017166" cy="258465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748903"/>
            <a:ext cx="242276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IMPLEMENTAÇÃO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01758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Plano de Ação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78794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recomendação se transforma em uma ação concreta com responsável, prazo e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indicador de resultado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Sem indicador, não há como saber se funcionou.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68166"/>
          <a:ext cx="9143771" cy="914400"/>
        </p:xfrm>
        <a:graphic>
          <a:graphicData uri="http://schemas.openxmlformats.org/drawingml/2006/table">
            <a:tbl>
              <a:tblPr/>
              <a:tblGrid>
                <a:gridCol w="3260624"/>
                <a:gridCol w="2391124"/>
                <a:gridCol w="1956374"/>
                <a:gridCol w="3260624"/>
              </a:tblGrid>
              <a:tr h="45798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Ação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Responsável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Prazo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Indicador de Sucesso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</a:tr>
              <a:tr h="7197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Cobrar e/ou Negociar Frete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Chefes/Sócios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Médio prazo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Fretes padronizados e uma possível ganha em cobranças de fretes.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82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Propaganda/Marketing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Profissionais de Marketing e publicidade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Médio prazo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Busca maior por produtos, e mais interatividade em redes socias com feedbacks.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Maior variedade de Periféricos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Administradores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Longo prazo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spc="-27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Aumento visual de vendas em Periféricos e até Monitores.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70117" marR="17011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5525691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532" y="5743873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209" y="5721251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spc="-2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Observação: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Sou apenas um mensageiro, não sou eu que dou as ordens.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4965" y="1774825"/>
            <a:ext cx="3041574" cy="33083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825004"/>
            <a:ext cx="1760593" cy="243979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757814" y="873125"/>
            <a:ext cx="217749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ESPERADOS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1123553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Impactos Esperados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1475" y="1830387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impactos abaixo são consequência direta das descobertas e recomendações propostas.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59434"/>
            <a:ext cx="321262" cy="321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3389" y="2514600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Redução de Perdas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153389" y="2847479"/>
            <a:ext cx="580494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Eliminação ou mitigação dos lucros negativos encontrados durante a análise.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58257"/>
            <a:ext cx="321262" cy="3212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3389" y="3413423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Melhoria da Margem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153389" y="3746302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positivo nos indicadores financeiros como consequência das ações implementadas.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94808"/>
            <a:ext cx="321262" cy="3212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53389" y="4549973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 Baseada em Dados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153389" y="4882852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 de monitoramento contínuo, com indicadores claros para acompanhamento gerencial.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631359"/>
            <a:ext cx="321262" cy="3212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53389" y="5631359"/>
            <a:ext cx="58049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7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Fim…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2026-09-04T13:55:18Z</dcterms:created>
  <dcterms:modified xsi:type="dcterms:W3CDTF">2026-09-04T13:55:18Z</dcterms:modified>
</cp:coreProperties>
</file>